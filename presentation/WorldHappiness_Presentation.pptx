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Linear Regression</c:v>
                  </c:pt>
                  <c:pt idx="1">
                    <c:v>Random Forest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0.92</c:v>
                </c:pt>
                <c:pt idx="1">
                  <c:v>0.97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Linear Regression</c:v>
                  </c:pt>
                  <c:pt idx="1">
                    <c:v>Random Forest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0.15</c:v>
                </c:pt>
                <c:pt idx="1">
                  <c:v>0.08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12700" cap="flat">
              <a:solidFill>
                <a:srgbClr val="E8F4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4F8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4864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🌍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World Happiness Predictor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Global Happiness with Machine Learning + RAG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Regression + RAG Pipeline  ·  2,116 rows · 168 countries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560320" cy="2560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156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tracked for happiness every year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914400"/>
            <a:ext cx="594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931920" y="98755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countries happy?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0" y="129844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Happiness varies wildly across nations — but what actually drives it? GDP alone doesn't explain the full picture.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201168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2011680"/>
            <a:ext cx="594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931920" y="208483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years of data, no predictor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0" y="239572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Happiness Report has collected data since 2005 but there's no interactive tool to explore what-if scenarios.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310896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91840" y="3108960"/>
            <a:ext cx="594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931920" y="318211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349300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app that predicts happiness scores from 6 key factors and explains the results with RAG-powered research insights.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56032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2,116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56032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0058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168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914400"/>
            <a:ext cx="256032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0058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2011–2025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03504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covered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286000"/>
            <a:ext cx="256032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3774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65760" y="2971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2286000"/>
            <a:ext cx="256032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0" y="23774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80/20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200400" y="2971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2286000"/>
            <a:ext cx="256032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0" y="23774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035040" y="2971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74904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3840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45920" y="38404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per Capita  ·  Social Support  ·  Healthy Life Expectancy  ·  Freedom  ·  Generosity  ·  Low Corruption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297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645920" y="4297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happiness_score  (Life Ladder — scale 0 to 10)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1143000" cy="347472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05156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📥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28600" y="17373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2148840"/>
            <a:ext cx="1051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2,116 rows from Kaggle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371600" y="2514600"/>
            <a:ext cx="914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914400"/>
            <a:ext cx="1143000" cy="347472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463040" y="105156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🧹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63040" y="17373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08760" y="2148840"/>
            <a:ext cx="1051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NaN with median, remove duplicates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06040" y="2514600"/>
            <a:ext cx="914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97480" y="914400"/>
            <a:ext cx="1143000" cy="347472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97480" y="105156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✂️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97480" y="17373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2148840"/>
            <a:ext cx="1051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train/test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0" y="2514600"/>
            <a:ext cx="914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0" y="914400"/>
            <a:ext cx="1143000" cy="347472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931920" y="105156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📐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931920" y="17373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77640" y="2148840"/>
            <a:ext cx="1051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happiness factors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74920" y="2514600"/>
            <a:ext cx="914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66360" y="914400"/>
            <a:ext cx="1143000" cy="347472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166360" y="105156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166360" y="17373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2148840"/>
            <a:ext cx="1051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 → Random Forest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09360" y="2514600"/>
            <a:ext cx="914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914400"/>
            <a:ext cx="1143000" cy="3474720"/>
          </a:xfrm>
          <a:prstGeom prst="rect">
            <a:avLst/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0" y="105156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400800" y="17373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46520" y="2148840"/>
            <a:ext cx="1051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insights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543800" y="2514600"/>
            <a:ext cx="914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35240" y="914400"/>
            <a:ext cx="1143000" cy="3474720"/>
          </a:xfrm>
          <a:prstGeom prst="rect">
            <a:avLst/>
          </a:prstGeom>
          <a:solidFill>
            <a:srgbClr val="1C7293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635240" y="105156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7635240" y="17373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680960" y="2148840"/>
            <a:ext cx="1051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app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Pipeline: from raw CSV to live Streamlit app with RAG insights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&amp; Results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840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17373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0.15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91640" y="2286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17373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926080" y="2286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914400"/>
            <a:ext cx="3840480" cy="2194560"/>
          </a:xfrm>
          <a:prstGeom prst="rect">
            <a:avLst/>
          </a:prstGeom>
          <a:solidFill>
            <a:srgbClr val="065A82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17373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0.97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29200" y="2286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17373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0.08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63640" y="2286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0" y="17373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498080" y="2286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365760" y="3200400"/>
          <a:ext cx="841248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57200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9144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is the #1 predictor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26187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per capita has the highest feature importance in the Random Forest model, but its effect diminishes at higher income levels.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82296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822960"/>
            <a:ext cx="457200" cy="1234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82296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49240" y="9144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support is #2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126187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someone to count on in times of trouble is nearly as predictive as economic wealth — highlighting that happiness isn't just about money.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40280"/>
            <a:ext cx="457200" cy="12344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4028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🏔️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23317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Nordic countries dominate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67919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Finland, Iceland, and Denmark consistently top the rankings. Strong institutions, low corruption, and social safety nets are the common thread.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24028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240280"/>
            <a:ext cx="457200" cy="1234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24028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23317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happiness is declining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267919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 has dropped out of the top 20 despite high GDP. Rising inequality, polarization, and loneliness are key drivers.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57600"/>
            <a:ext cx="457200" cy="1234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5760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37490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wins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09651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of 0.97 vs 0.92 for Linear Regression. Non-linear interactions between factors matter — you can't just add up the features linearly.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65760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657600"/>
            <a:ext cx="457200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657600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🔮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49240" y="37490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works in real-time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4096512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Streamlit app matches slider inputs to real countries — e.g., Sudan at 4.401 matched exactly, validating the model's real-world accuracy.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RAG: Research-Grounded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463040" cy="2834640"/>
          </a:xfrm>
          <a:prstGeom prst="rect">
            <a:avLst/>
          </a:prstGeom>
          <a:solidFill>
            <a:srgbClr val="0A253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15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🎛️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691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Input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adjusts 6 happiness factors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83080" y="20116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039112" y="914400"/>
            <a:ext cx="1463040" cy="2834640"/>
          </a:xfrm>
          <a:prstGeom prst="rect">
            <a:avLst/>
          </a:prstGeom>
          <a:solidFill>
            <a:srgbClr val="0A253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39112" y="10515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🔮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039112" y="1691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84832" y="210312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outputs happiness score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02152" y="20116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758184" y="914400"/>
            <a:ext cx="1463040" cy="2834640"/>
          </a:xfrm>
          <a:prstGeom prst="rect">
            <a:avLst/>
          </a:prstGeom>
          <a:solidFill>
            <a:srgbClr val="0A253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58184" y="10515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🔎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758184" y="1691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03904" y="210312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factor used to query ChromaDB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21224" y="20116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77256" y="914400"/>
            <a:ext cx="1463040" cy="2834640"/>
          </a:xfrm>
          <a:prstGeom prst="rect">
            <a:avLst/>
          </a:prstGeom>
          <a:solidFill>
            <a:srgbClr val="0A253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77256" y="10515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477256" y="1691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22976" y="210312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semantically similar research insights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40296" y="20116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196328" y="914400"/>
            <a:ext cx="1463040" cy="2834640"/>
          </a:xfrm>
          <a:prstGeom prst="rect">
            <a:avLst/>
          </a:prstGeom>
          <a:solidFill>
            <a:srgbClr val="0A253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96328" y="10515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196328" y="1691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242048" y="210312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insights shown in app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931920"/>
            <a:ext cx="8412480" cy="914400"/>
          </a:xfrm>
          <a:prstGeom prst="rect">
            <a:avLst/>
          </a:prstGeom>
          <a:solidFill>
            <a:srgbClr val="0A253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069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Base: 10 research summaries  ·  Embedded with all-MiniLM-L6-v2  ·  Stored in ChromaDB  ·  Sources: WHR, WHO, Transparency International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MVP — World Happiness Predictor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2296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🎛️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9326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sliders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2618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6 factors to simulate any country's conditions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82296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82296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🔮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0" y="9326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prediction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0" y="12618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happiness score with emoji + category label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0574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05740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560" y="21671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similar country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4963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matches your inputs to a real country in the dataset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20574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05740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0" y="21671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breakdown chart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24963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bar chart showing each factor's contribution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29184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29184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51560" y="34015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research insights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37307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semantically relevant findings from happiness research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329184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3291840"/>
            <a:ext cx="548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86400" y="34015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happiest countries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0" y="37307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leaderboard from the most recent year's data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streamlit run app.py  ·  github.com/bvoncarr/world-happiness-predictor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57200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457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9144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forecasting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26187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future happiness trends using LSTM or Prophet on the 20-year panel data.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82296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822960"/>
            <a:ext cx="457200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822960"/>
            <a:ext cx="457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49240" y="9144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comparison tool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1261872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of two countries showing which factors differ most.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212848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12848"/>
            <a:ext cx="457200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12848"/>
            <a:ext cx="457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3042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features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65176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inequality (Gini), climate data, urbanization rate, and internet access as predictors.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00600" y="2212848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212848"/>
            <a:ext cx="457200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212848"/>
            <a:ext cx="457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230428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Hugging Face Spaces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2651760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app publicly accessible so anyone in the world can use it.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602736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02736"/>
            <a:ext cx="457200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02736"/>
            <a:ext cx="457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369417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RAG knowledge base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041648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full WHR reports and academic papers for richer, citation-backed insights.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3602736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4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602736"/>
            <a:ext cx="457200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602736"/>
            <a:ext cx="457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369417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model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4041648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Random Forest against XGBoost and gradient boosting for potentially higher R².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🌍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0" y="3246120"/>
            <a:ext cx="45720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290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github.com/bvoncarr/world-happiness-predictor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Dataset: Kaggle — World Happiness Report 2005–2025 (Elvis Bui)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251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Source: World Happiness Report · WHO · Transparency International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World Happiness Predictor</dc:title>
  <dc:subject>PptxGenJS Presentation</dc:subject>
  <dc:creator>PptxGenJS</dc:creator>
  <cp:lastModifiedBy>PptxGenJS</cp:lastModifiedBy>
  <cp:revision>1</cp:revision>
  <dcterms:created xsi:type="dcterms:W3CDTF">2026-05-07T12:32:16Z</dcterms:created>
  <dcterms:modified xsi:type="dcterms:W3CDTF">2026-05-07T12:32:16Z</dcterms:modified>
</cp:coreProperties>
</file>