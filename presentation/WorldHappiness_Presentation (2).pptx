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Linear Regression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0.92</c:v>
                </c:pt>
                <c:pt idx="1">
                  <c:v>0.97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Linear Regression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0.15</c:v>
                </c:pt>
                <c:pt idx="1">
                  <c:v>0.08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12700" cap="flat">
              <a:solidFill>
                <a:srgbClr val="E8F4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4F8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🌍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Happiness Predictor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Global Happiness with Machine Learning + RAG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Regression + RAG Pipeline  ·  2,116 rows · 168 countries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156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tracked for happiness every year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91440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31920" y="9875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countries happy?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12984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 varies wildly across nations — but what actually drives it? GDP alone doesn't explain the full picture.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201168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20848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of data, no predictor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3957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Happiness Report has collected data since 2005 but there's no interactive tool to explore what-if scenarios.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310896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310896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931920" y="31821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4930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 that predicts happiness scores from 6 key factors and explains the results with RAG-powered research insights.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2,116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5603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914400"/>
            <a:ext cx="25603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2011–2025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3504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25603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377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286000"/>
            <a:ext cx="25603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2377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80/20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0040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286000"/>
            <a:ext cx="25603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2377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03504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4592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 ·  Social Support  ·  Healthy Life Expectancy  ·  Freedom  ·  Generosity  ·  Low Corruption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45920" y="4297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happiness_score  (Life Ladder — scale 0 to 10)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14300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51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1051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2,116 rows from Kaggle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71600" y="2514600"/>
            <a:ext cx="914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914400"/>
            <a:ext cx="114300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3040" y="1051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🧹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148840"/>
            <a:ext cx="1051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NaN with median, remove duplicates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2514600"/>
            <a:ext cx="914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914400"/>
            <a:ext cx="114300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97480" y="1051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✂️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9748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148840"/>
            <a:ext cx="1051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2514600"/>
            <a:ext cx="914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914400"/>
            <a:ext cx="114300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31920" y="1051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93192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77640" y="2148840"/>
            <a:ext cx="1051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happiness factors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74920" y="2514600"/>
            <a:ext cx="914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914400"/>
            <a:ext cx="114300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66360" y="1051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16636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148840"/>
            <a:ext cx="1051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 → Random Forest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2514600"/>
            <a:ext cx="914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914400"/>
            <a:ext cx="114300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1051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40080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2148840"/>
            <a:ext cx="1051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insights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43800" y="2514600"/>
            <a:ext cx="914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914400"/>
            <a:ext cx="1143000" cy="3474720"/>
          </a:xfrm>
          <a:prstGeom prst="rect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35240" y="1051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63524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80960" y="2148840"/>
            <a:ext cx="1051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Pipeline: from raw CSV to live Streamlit app with RAG insights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&amp;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7373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22677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7373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26080" y="22677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914400"/>
            <a:ext cx="3840480" cy="2194560"/>
          </a:xfrm>
          <a:prstGeom prst="rect">
            <a:avLst/>
          </a:prstGeom>
          <a:solidFill>
            <a:srgbClr val="065A82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22677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7373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22677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17373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98080" y="22677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65760" y="3200400"/>
          <a:ext cx="841248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5720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is the #1 predictor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has the highest feature importance in the Random Forest model, but its effect diminishes at higher income levels.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22960"/>
            <a:ext cx="457200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2296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914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support is #2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2618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someone to count on in times of trouble is nearly as predictive as economic wealth.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40280"/>
            <a:ext cx="457200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4028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🏔️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331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countries dominate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6791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Finland, Iceland, and Denmark consistently top the rankings due to strong institutions and social safety nets.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2402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40280"/>
            <a:ext cx="457200" cy="1234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4028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331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happiness is declining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6791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has dropped out of the top 20 despite high GDP. Rising inequality and loneliness are key drivers.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57600"/>
            <a:ext cx="45720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5760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749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09651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of 0.97 vs 0.92 for Linear Regression. Non-linear interactions between factors matter.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6576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57600"/>
            <a:ext cx="45720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5760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749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works in real-time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409651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matches predictions to real countries — validating the model's real-world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RAG: Research-Grounded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463040" cy="2834640"/>
          </a:xfrm>
          <a:prstGeom prst="rect">
            <a:avLst/>
          </a:prstGeom>
          <a:solidFill>
            <a:srgbClr val="0A25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🎛️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adjusts 6 happiness factors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2011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039112" y="914400"/>
            <a:ext cx="1463040" cy="2834640"/>
          </a:xfrm>
          <a:prstGeom prst="rect">
            <a:avLst/>
          </a:prstGeom>
          <a:solidFill>
            <a:srgbClr val="0A25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39112" y="1051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🔮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39112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84832" y="21031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outputs happiness 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02152" y="2011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58184" y="914400"/>
            <a:ext cx="1463040" cy="2834640"/>
          </a:xfrm>
          <a:prstGeom prst="rect">
            <a:avLst/>
          </a:prstGeom>
          <a:solidFill>
            <a:srgbClr val="0A25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58184" y="1051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58184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03904" y="21031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 used to query ChromaDB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21224" y="2011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77256" y="914400"/>
            <a:ext cx="1463040" cy="2834640"/>
          </a:xfrm>
          <a:prstGeom prst="rect">
            <a:avLst/>
          </a:prstGeom>
          <a:solidFill>
            <a:srgbClr val="0A25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77256" y="1051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77256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22976" y="21031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semantically similar research insights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0296" y="2011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196328" y="914400"/>
            <a:ext cx="1463040" cy="2834640"/>
          </a:xfrm>
          <a:prstGeom prst="rect">
            <a:avLst/>
          </a:prstGeom>
          <a:solidFill>
            <a:srgbClr val="0A25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96328" y="1051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196328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42048" y="21031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insights shown in app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0A253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Base: 10 research summaries  ·  Embedded with all-MiniLM-L6-v2  ·  Stored in ChromaDB  ·  Sources: WHR, WHO, Transparency International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MVP — World Happiness Predictor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932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2618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6 factors to simulate any country's conditions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82296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932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12618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happiness score with emoji + category label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05740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167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similar country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496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matches your inputs to a real country in the dataset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0574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05740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2167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breakdown chart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496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bar chart showing each factor's contribution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29184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401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research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7307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semantically relevant findings from happiness research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2918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29184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3401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happiest countries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37307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leaderboard from the most recent year's data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streamlit run app.py  ·  github.com/bvoncarr/world-happiness-predictor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Learnings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57200" cy="1234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(NaN values)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countries didn't report every metric every year. Solved by imputing with column medians — preserving distribution without losing rows.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22960"/>
            <a:ext cx="457200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2296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914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vs Multi-class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2618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health dataset turned out to be binary (0/1), not multi-class. Had to pivot and update the entire pipeline mid-project.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40280"/>
            <a:ext cx="45720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4028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331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conflicts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6791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version pinning caused a Cython compilation error on Mac. Learned to use unpinned dependencies to let pip resolve compatible versions.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2402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40280"/>
            <a:ext cx="457200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4028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331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RAG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6791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how vector embeddings work and why semantic search outperforms keyword search was the biggest conceptual leap of the project.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57600"/>
            <a:ext cx="45720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5760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749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vs Classification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09651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from predicting categories to predicting continuous scores required different metrics — MAE and R² instead of accuracy and F1.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6576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57600"/>
            <a:ext cx="45720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5760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749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takeaway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409651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ML pipeline — from messy raw data to a live interactive app — is achievable in a short sprint with the right tools.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5720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forecasting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happiness trends using LSTM or Prophet on the 20-year panel data.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22960"/>
            <a:ext cx="45720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2296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914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 tool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26187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two countries showing which factors differ most.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5720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3042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inequality (Gini), climate data, urbanization rate, and internet access as predictors.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212848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12848"/>
            <a:ext cx="45720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12848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3042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Hugging Face Spaces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6517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app publicly accessible so anyone in the world can use it.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602736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02736"/>
            <a:ext cx="45720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02736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6941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RAG knowledge 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04164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full WHR reports and academic papers for richer, citation-backed insights.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602736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02736"/>
            <a:ext cx="45720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02736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6941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404164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Random Forest against XGBoost and gradient boosting for potentially higher R².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🌍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3246120"/>
            <a:ext cx="4572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github.com/bvoncarr/world-happiness-predictor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Dataset: Kaggle — World Happiness Report 2005–2025 (Elvis Bui)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Source: World Happiness Report · WHO · Transparency International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2026-05-07T13:25:34Z</dcterms:created>
  <dcterms:modified xsi:type="dcterms:W3CDTF">2026-05-07T13:25:34Z</dcterms:modified>
</cp:coreProperties>
</file>